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59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CA53B8-CD15-DFDF-EF29-31EA552CE7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643D76-CC08-E60A-02A7-11CF29AD24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436CF3-DA43-94F2-A69A-F36E8389F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CACFEF9-C212-BC25-0ADE-13BCBB677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F50AC3-B69B-5A02-ECFC-60C1BB02B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1820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DEE7AE-134F-EA8A-DD5D-C16CAEF8C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E602FBF-6B8E-76AD-F4D5-4D58C818E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C2C23D-AFEC-7939-770A-DD879F000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9970F1-A248-3DC9-56A4-0634CDAEC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C29E94-BC6A-4154-BB36-FBF095AB7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8345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4E4C9-9A9E-E4BB-4E3C-B4483BE5B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9BA152-DB17-A78C-99E4-886F02EBBF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3B8EEF-6292-7989-F616-D92C461B7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6F0ED40-F7F7-B5AD-362E-FD1A8CE84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DA5740-833D-EA92-B7CF-B0EE6AA68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8846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76ECA5-B8E0-245F-5238-4EDEED041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9CAE24D-4B79-E7F7-CBCD-73AB00B080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3488085-E182-4757-1EC4-0CFE1F5F3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C5BAFFF-5A72-5AF3-C7F7-3E3382187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2265A36-417E-CC55-109C-7C074EB2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4AC510-5C64-1032-1446-582ACC90B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694516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5C23E7-69CC-68BB-C136-355780303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52475E-2CD3-AEFE-559C-89CBDC9533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5B08EB9-4796-3806-1166-EFE2EBF5B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F3DCB67-3998-FB08-F95A-C4CB56CADB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65A28F8-EAE9-5358-7976-93123F5BC5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F096722-4C29-6C22-EB6A-072F28B0A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BE205A16-3A76-92FA-D3EC-7ACF4FF23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E79F933-B6A3-1B22-510C-71F070E26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5768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C9F005-942F-19B1-80EF-646E4AD78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55D644-E176-CC0A-002F-2005D69C9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39220D6-60F5-D37D-E68B-38EAE728F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AE5209-87DE-2A85-A487-1715F3EC6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94673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A0971C7-BD8F-0CFB-7E4E-49A79B6D2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8581C22-BA4E-D4C4-E1B8-F92C5DF7D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EABD7A-CCC7-FCB9-ABC6-BB68B90F3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14428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8007BB-F42D-AD31-487F-52089B90F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C3B528-3620-7839-2792-0F8604DE2F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C8DB18C-8576-BF34-98C5-FD88F477D3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C8554DE-49D6-38E9-A5A1-3F5E5848A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84C065-E1CB-66F1-9DC8-BFD70BFB3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F8FD09-EE7F-871E-6D14-72C46EB2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78230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D51DF7-4C45-0AC6-800D-A97AADA25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634544A-9CAA-8107-17B4-4B5EEE08FE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11D28B-642C-583F-3AAA-69B664ABCA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C021CCD-EC3C-45D0-ED07-83727018A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E419165-A581-0D4E-CC48-E292937D1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3FDC8B8-941A-F55A-0FBB-242B8454E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1749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A6719B-988E-8F96-057F-82946E6827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75B3A2D-6D23-B408-2425-BC5EFBBEA1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EBB12D-6521-CEDA-38BA-0E822FA23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53F4938-712B-A7D1-7F11-0ADA36288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3CE5131-2F34-A484-E924-25B845F8E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41296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6A1FBCB-02D6-1E4A-7110-57956C06F6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676106-4DF8-6AE0-96F2-7ECE1B224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FD22A12-05F7-0211-A13B-5DC883FCC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EC23E0-18A6-556D-5630-F0192EED5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037A1F6-4AEF-D382-80A5-610EC5324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71361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9178AE6-689D-1C73-6A12-A6A2BD842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403B982-0E45-C1E7-F116-DCC3D86175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54FA60C-3A37-151D-8878-7FE108FBD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BBFF5E-A62E-3A42-A913-51A44CA8A605}" type="datetimeFigureOut">
              <a:rPr lang="de-DE" smtClean="0"/>
              <a:t>09.07.26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F706AD-7010-7AB3-A890-F09D8962BA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E5F310-5EB7-CEE2-5BA3-6502E946EA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90110F-0ED7-ED4E-8CE2-EB4AA9BA6B4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5388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562EAA-62F3-5C8C-A32D-6BFB1D6EEC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Classifying</a:t>
            </a:r>
            <a:r>
              <a:rPr lang="de-DE" dirty="0"/>
              <a:t> Financial Data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941D9E8-9729-B54E-1D37-8DA67196E2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XX</a:t>
            </a:r>
            <a:r>
              <a:rPr lang="de-DE"/>
              <a:t>, YY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4530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02D822-0313-E226-7138-B820A8DA1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Motivation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7CF94C-2DEE-2A1E-8911-C2197A0C04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de-DE" dirty="0"/>
              <a:t>Privacy-first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expenses</a:t>
            </a:r>
            <a:endParaRPr lang="de-DE" dirty="0"/>
          </a:p>
          <a:p>
            <a:r>
              <a:rPr lang="de-DE" dirty="0" err="1"/>
              <a:t>Did</a:t>
            </a:r>
            <a:r>
              <a:rPr lang="de-DE" dirty="0"/>
              <a:t> not like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surface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Open-source </a:t>
            </a:r>
            <a:r>
              <a:rPr lang="de-DE" dirty="0" err="1"/>
              <a:t>options</a:t>
            </a:r>
            <a:r>
              <a:rPr lang="de-DE" dirty="0"/>
              <a:t> like Actual</a:t>
            </a:r>
          </a:p>
          <a:p>
            <a:r>
              <a:rPr lang="de-DE" dirty="0"/>
              <a:t>Keep track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expenses</a:t>
            </a:r>
            <a:endParaRPr lang="de-DE" dirty="0"/>
          </a:p>
          <a:p>
            <a:r>
              <a:rPr lang="de-DE" dirty="0" err="1"/>
              <a:t>Identify</a:t>
            </a:r>
            <a:r>
              <a:rPr lang="de-DE" dirty="0"/>
              <a:t> potential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saving</a:t>
            </a:r>
            <a:r>
              <a:rPr lang="de-DE" dirty="0"/>
              <a:t> </a:t>
            </a:r>
            <a:r>
              <a:rPr lang="de-DE" dirty="0" err="1"/>
              <a:t>money</a:t>
            </a:r>
            <a:endParaRPr lang="de-DE" dirty="0"/>
          </a:p>
          <a:p>
            <a:endParaRPr lang="de-DE" dirty="0"/>
          </a:p>
          <a:p>
            <a:r>
              <a:rPr lang="de-DE" dirty="0"/>
              <a:t>Prototype: </a:t>
            </a:r>
            <a:r>
              <a:rPr lang="de-DE" dirty="0" err="1"/>
              <a:t>categorize</a:t>
            </a:r>
            <a:r>
              <a:rPr lang="de-DE" dirty="0"/>
              <a:t> after </a:t>
            </a: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categories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(</a:t>
            </a:r>
            <a:r>
              <a:rPr lang="de-DE" dirty="0" err="1"/>
              <a:t>subcategories</a:t>
            </a:r>
            <a:r>
              <a:rPr lang="de-DE" dirty="0"/>
              <a:t> will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added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)</a:t>
            </a:r>
          </a:p>
          <a:p>
            <a:r>
              <a:rPr lang="de-DE" dirty="0"/>
              <a:t>Main </a:t>
            </a:r>
            <a:r>
              <a:rPr lang="de-DE" dirty="0" err="1"/>
              <a:t>Categories</a:t>
            </a:r>
            <a:r>
              <a:rPr lang="de-DE" dirty="0"/>
              <a:t>:</a:t>
            </a:r>
          </a:p>
          <a:p>
            <a:pPr lvl="1"/>
            <a:r>
              <a:rPr lang="de-DE" dirty="0" err="1"/>
              <a:t>Groceries</a:t>
            </a:r>
            <a:r>
              <a:rPr lang="de-DE" dirty="0"/>
              <a:t> (e.g. </a:t>
            </a:r>
            <a:r>
              <a:rPr lang="de-DE" dirty="0" err="1"/>
              <a:t>supermarket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Lifestyle&amp;fun</a:t>
            </a:r>
            <a:r>
              <a:rPr lang="de-DE" dirty="0"/>
              <a:t> (e.g. </a:t>
            </a:r>
            <a:r>
              <a:rPr lang="de-DE" dirty="0" err="1"/>
              <a:t>vacation</a:t>
            </a:r>
            <a:r>
              <a:rPr lang="de-DE" dirty="0"/>
              <a:t>, </a:t>
            </a:r>
            <a:r>
              <a:rPr lang="de-DE" dirty="0" err="1"/>
              <a:t>going</a:t>
            </a:r>
            <a:r>
              <a:rPr lang="de-DE" dirty="0"/>
              <a:t> out, </a:t>
            </a:r>
            <a:r>
              <a:rPr lang="de-DE" dirty="0" err="1"/>
              <a:t>cinema</a:t>
            </a:r>
            <a:r>
              <a:rPr lang="de-DE" dirty="0"/>
              <a:t>, …)</a:t>
            </a:r>
          </a:p>
          <a:p>
            <a:pPr lvl="1"/>
            <a:r>
              <a:rPr lang="de-DE" dirty="0"/>
              <a:t>Mobility</a:t>
            </a:r>
          </a:p>
          <a:p>
            <a:pPr lvl="1"/>
            <a:r>
              <a:rPr lang="de-DE" dirty="0"/>
              <a:t>Family </a:t>
            </a:r>
          </a:p>
          <a:p>
            <a:pPr lvl="1"/>
            <a:r>
              <a:rPr lang="de-DE" dirty="0"/>
              <a:t>Education</a:t>
            </a:r>
          </a:p>
          <a:p>
            <a:pPr lvl="1"/>
            <a:r>
              <a:rPr lang="de-DE" dirty="0" err="1"/>
              <a:t>Healthcare</a:t>
            </a:r>
            <a:endParaRPr lang="de-DE" dirty="0"/>
          </a:p>
          <a:p>
            <a:pPr lvl="1"/>
            <a:r>
              <a:rPr lang="de-DE" dirty="0"/>
              <a:t>Fixed </a:t>
            </a:r>
            <a:r>
              <a:rPr lang="de-DE" dirty="0" err="1"/>
              <a:t>costs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15909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AC846B55-4097-1CD6-BA2A-3C0E178947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5796" y="744555"/>
            <a:ext cx="10600408" cy="536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3675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F6DFE8-3B56-0162-A8D5-944111501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Approach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A69E384-B9F6-026B-8589-019C6AED5D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03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3FB977-B0CB-B763-BF6D-1D1E2B3DF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84917DE8-C5CB-9F0F-E57A-BB4CFC6CA6A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246322" y="1810064"/>
            <a:ext cx="12888631" cy="292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88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82E56D-03E1-070F-3D9F-13E6DBF3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Biggest</a:t>
            </a:r>
            <a:r>
              <a:rPr lang="de-DE" dirty="0"/>
              <a:t> Challenge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F61933-6A4C-E52C-7C2A-56247FFA2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privacy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: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real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while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Co-</a:t>
            </a:r>
            <a:r>
              <a:rPr lang="de-DE" dirty="0" err="1"/>
              <a:t>Pilots</a:t>
            </a:r>
            <a:endParaRPr lang="de-DE" dirty="0"/>
          </a:p>
          <a:p>
            <a:r>
              <a:rPr lang="de-DE" dirty="0" err="1"/>
              <a:t>synthesiz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08444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</Words>
  <Application>Microsoft Macintosh PowerPoint</Application>
  <PresentationFormat>Breitbild</PresentationFormat>
  <Paragraphs>21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</vt:lpstr>
      <vt:lpstr>Classifying Financial Data</vt:lpstr>
      <vt:lpstr>Motivation</vt:lpstr>
      <vt:lpstr>PowerPoint-Präsentation</vt:lpstr>
      <vt:lpstr>Approach</vt:lpstr>
      <vt:lpstr>PowerPoint-Präsentation</vt:lpstr>
      <vt:lpstr>Biggest Challenge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cbrilke@posteo.de</dc:creator>
  <cp:lastModifiedBy>cbrilke@posteo.de</cp:lastModifiedBy>
  <cp:revision>1</cp:revision>
  <dcterms:created xsi:type="dcterms:W3CDTF">2026-07-09T14:54:05Z</dcterms:created>
  <dcterms:modified xsi:type="dcterms:W3CDTF">2026-07-09T15:05:34Z</dcterms:modified>
</cp:coreProperties>
</file>