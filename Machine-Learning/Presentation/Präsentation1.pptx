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CA53B8-CD15-DFDF-EF29-31EA552CE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643D76-CC08-E60A-02A7-11CF29AD2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436CF3-DA43-94F2-A69A-F36E8389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ACFEF9-C212-BC25-0ADE-13BCBB67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F50AC3-B69B-5A02-ECFC-60C1BB02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182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DEE7AE-134F-EA8A-DD5D-C16CAEF8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602FBF-6B8E-76AD-F4D5-4D58C818E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C2C23D-AFEC-7939-770A-DD879F000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9970F1-A248-3DC9-56A4-0634CDAE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C29E94-BC6A-4154-BB36-FBF095AB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34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4E4C9-9A9E-E4BB-4E3C-B4483BE5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9BA152-DB17-A78C-99E4-886F02EBB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3B8EEF-6292-7989-F616-D92C461B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F0ED40-F7F7-B5AD-362E-FD1A8CE8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DA5740-833D-EA92-B7CF-B0EE6AA6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884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6ECA5-B8E0-245F-5238-4EDEED04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CAE24D-4B79-E7F7-CBCD-73AB00B08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488085-E182-4757-1EC4-0CFE1F5F3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5BAFFF-5A72-5AF3-C7F7-3E338218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265A36-417E-CC55-109C-7C074EB21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4AC510-5C64-1032-1446-582ACC90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945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C23E7-69CC-68BB-C136-355780303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52475E-2CD3-AEFE-559C-89CBDC953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B08EB9-4796-3806-1166-EFE2EBF5B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3DCB67-3998-FB08-F95A-C4CB56CAD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65A28F8-EAE9-5358-7976-93123F5BC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F096722-4C29-6C22-EB6A-072F28B0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205A16-3A76-92FA-D3EC-7ACF4FF23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E79F933-B6A3-1B22-510C-71F070E2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576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9F005-942F-19B1-80EF-646E4AD7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55D644-E176-CC0A-002F-2005D69C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9220D6-60F5-D37D-E68B-38EAE728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AE5209-87DE-2A85-A487-1715F3EC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46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0971C7-BD8F-0CFB-7E4E-49A79B6D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8581C22-BA4E-D4C4-E1B8-F92C5DF7D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EABD7A-CCC7-FCB9-ABC6-BB68B90F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442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8007BB-F42D-AD31-487F-52089B90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C3B528-3620-7839-2792-0F8604DE2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8DB18C-8576-BF34-98C5-FD88F477D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8554DE-49D6-38E9-A5A1-3F5E5848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84C065-E1CB-66F1-9DC8-BFD70BFB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F8FD09-EE7F-871E-6D14-72C46EB2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823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51DF7-4C45-0AC6-800D-A97AADA2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34544A-9CAA-8107-17B4-4B5EEE08F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11D28B-642C-583F-3AAA-69B664ABC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021CCD-EC3C-45D0-ED07-83727018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419165-A581-0D4E-CC48-E292937D1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FDC8B8-941A-F55A-0FBB-242B8454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174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6719B-988E-8F96-057F-82946E68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75B3A2D-6D23-B408-2425-BC5EFBBEA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EBB12D-6521-CEDA-38BA-0E822FA2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3F4938-712B-A7D1-7F11-0ADA3628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E5131-2F34-A484-E924-25B845F8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412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6A1FBCB-02D6-1E4A-7110-57956C06F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676106-4DF8-6AE0-96F2-7ECE1B224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D22A12-05F7-0211-A13B-5DC883FC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EC23E0-18A6-556D-5630-F0192EED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37A1F6-4AEF-D382-80A5-610EC532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136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178AE6-689D-1C73-6A12-A6A2BD84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03B982-0E45-C1E7-F116-DCC3D8617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4FA60C-3A37-151D-8878-7FE108FBD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BFF5E-A62E-3A42-A913-51A44CA8A605}" type="datetimeFigureOut">
              <a:rPr lang="de-DE" smtClean="0"/>
              <a:t>09.07.26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F706AD-7010-7AB3-A890-F09D8962B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5F310-5EB7-CEE2-5BA3-6502E946E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0110F-0ED7-ED4E-8CE2-EB4AA9BA6B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38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62EAA-62F3-5C8C-A32D-6BFB1D6EEC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Classifying</a:t>
            </a:r>
            <a:r>
              <a:rPr lang="de-DE" dirty="0"/>
              <a:t> Financial Data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41D9E8-9729-B54E-1D37-8DA67196E2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XX, YY</a:t>
            </a:r>
          </a:p>
        </p:txBody>
      </p:sp>
    </p:spTree>
    <p:extLst>
      <p:ext uri="{BB962C8B-B14F-4D97-AF65-F5344CB8AC3E}">
        <p14:creationId xmlns:p14="http://schemas.microsoft.com/office/powerpoint/2010/main" val="124453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02D822-0313-E226-7138-B820A8DA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7CF94C-2DEE-2A1E-8911-C2197A0C0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/>
              <a:t>Privacy-first </a:t>
            </a:r>
            <a:r>
              <a:rPr lang="de-DE" dirty="0" err="1"/>
              <a:t>tracking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expenses</a:t>
            </a:r>
            <a:endParaRPr lang="de-DE" dirty="0"/>
          </a:p>
          <a:p>
            <a:r>
              <a:rPr lang="de-DE" dirty="0" err="1"/>
              <a:t>Did</a:t>
            </a:r>
            <a:r>
              <a:rPr lang="de-DE" dirty="0"/>
              <a:t> not like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surface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Open-source </a:t>
            </a:r>
            <a:r>
              <a:rPr lang="de-DE" dirty="0" err="1"/>
              <a:t>options</a:t>
            </a:r>
            <a:r>
              <a:rPr lang="de-DE" dirty="0"/>
              <a:t> like Actual</a:t>
            </a:r>
          </a:p>
          <a:p>
            <a:r>
              <a:rPr lang="de-DE" dirty="0"/>
              <a:t>Keep track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expenses</a:t>
            </a:r>
            <a:endParaRPr lang="de-DE" dirty="0"/>
          </a:p>
          <a:p>
            <a:r>
              <a:rPr lang="de-DE" dirty="0" err="1"/>
              <a:t>Identify</a:t>
            </a:r>
            <a:r>
              <a:rPr lang="de-DE" dirty="0"/>
              <a:t> potential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saving</a:t>
            </a:r>
            <a:r>
              <a:rPr lang="de-DE" dirty="0"/>
              <a:t> </a:t>
            </a:r>
            <a:r>
              <a:rPr lang="de-DE" dirty="0" err="1"/>
              <a:t>money</a:t>
            </a:r>
            <a:endParaRPr lang="de-DE" dirty="0"/>
          </a:p>
          <a:p>
            <a:endParaRPr lang="de-DE" dirty="0"/>
          </a:p>
          <a:p>
            <a:r>
              <a:rPr lang="de-DE" dirty="0"/>
              <a:t>Prototype: </a:t>
            </a:r>
            <a:r>
              <a:rPr lang="de-DE" dirty="0" err="1"/>
              <a:t>categorize</a:t>
            </a:r>
            <a:r>
              <a:rPr lang="de-DE" dirty="0"/>
              <a:t> after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categories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(</a:t>
            </a:r>
            <a:r>
              <a:rPr lang="de-DE" dirty="0" err="1"/>
              <a:t>subcategories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)</a:t>
            </a:r>
          </a:p>
          <a:p>
            <a:r>
              <a:rPr lang="de-DE" dirty="0"/>
              <a:t>Main </a:t>
            </a:r>
            <a:r>
              <a:rPr lang="de-DE" dirty="0" err="1"/>
              <a:t>Categories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Groceries</a:t>
            </a:r>
            <a:r>
              <a:rPr lang="de-DE" dirty="0"/>
              <a:t> (e.g. </a:t>
            </a:r>
            <a:r>
              <a:rPr lang="de-DE" dirty="0" err="1"/>
              <a:t>supermarket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Lifestyle&amp;fun</a:t>
            </a:r>
            <a:r>
              <a:rPr lang="de-DE" dirty="0"/>
              <a:t> (e.g. </a:t>
            </a:r>
            <a:r>
              <a:rPr lang="de-DE" dirty="0" err="1"/>
              <a:t>vacation</a:t>
            </a:r>
            <a:r>
              <a:rPr lang="de-DE" dirty="0"/>
              <a:t>, </a:t>
            </a:r>
            <a:r>
              <a:rPr lang="de-DE" dirty="0" err="1"/>
              <a:t>going</a:t>
            </a:r>
            <a:r>
              <a:rPr lang="de-DE" dirty="0"/>
              <a:t> out, </a:t>
            </a:r>
            <a:r>
              <a:rPr lang="de-DE" dirty="0" err="1"/>
              <a:t>cinema</a:t>
            </a:r>
            <a:r>
              <a:rPr lang="de-DE" dirty="0"/>
              <a:t>, …)</a:t>
            </a:r>
          </a:p>
          <a:p>
            <a:pPr lvl="1"/>
            <a:r>
              <a:rPr lang="de-DE" dirty="0"/>
              <a:t>Mobility</a:t>
            </a:r>
          </a:p>
          <a:p>
            <a:pPr lvl="1"/>
            <a:r>
              <a:rPr lang="de-DE" dirty="0"/>
              <a:t>Family </a:t>
            </a:r>
          </a:p>
          <a:p>
            <a:pPr lvl="1"/>
            <a:r>
              <a:rPr lang="de-DE" dirty="0"/>
              <a:t>Education</a:t>
            </a:r>
          </a:p>
          <a:p>
            <a:pPr lvl="1"/>
            <a:r>
              <a:rPr lang="de-DE" dirty="0" err="1"/>
              <a:t>Healthcare</a:t>
            </a:r>
            <a:endParaRPr lang="de-DE" dirty="0"/>
          </a:p>
          <a:p>
            <a:pPr lvl="1"/>
            <a:r>
              <a:rPr lang="de-DE" dirty="0"/>
              <a:t>Fixed </a:t>
            </a:r>
            <a:r>
              <a:rPr lang="de-DE" dirty="0" err="1"/>
              <a:t>costs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159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C846B55-4097-1CD6-BA2A-3C0E17894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796" y="744555"/>
            <a:ext cx="10600408" cy="536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7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6DFE8-3B56-0162-A8D5-944111501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Approach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8745C8-4A3D-37CE-17F4-ACD949A2F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5" y="131127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03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82E56D-03E1-070F-3D9F-13E6DBF3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Biggest</a:t>
            </a:r>
            <a:r>
              <a:rPr lang="de-DE" dirty="0"/>
              <a:t> Challenge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F61933-6A4C-E52C-7C2A-56247FFA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Idea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privacy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: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real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Co-</a:t>
            </a:r>
            <a:r>
              <a:rPr lang="de-DE" dirty="0" err="1"/>
              <a:t>Pilots</a:t>
            </a:r>
            <a:endParaRPr lang="de-DE" dirty="0"/>
          </a:p>
          <a:p>
            <a:r>
              <a:rPr lang="de-DE" dirty="0" err="1"/>
              <a:t>Synthesized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authentic</a:t>
            </a:r>
            <a:endParaRPr lang="de-DE" dirty="0"/>
          </a:p>
          <a:p>
            <a:endParaRPr lang="de-DE" dirty="0"/>
          </a:p>
          <a:p>
            <a:r>
              <a:rPr lang="de-DE" dirty="0"/>
              <a:t>…. </a:t>
            </a:r>
            <a:r>
              <a:rPr lang="de-DE"/>
              <a:t>Problems????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844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FB977-B0CB-B763-BF6D-1D1E2B3D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4917DE8-C5CB-9F0F-E57A-BB4CFC6CA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46322" y="1810064"/>
            <a:ext cx="12888631" cy="29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88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Macintosh PowerPoint</Application>
  <PresentationFormat>Breitbild</PresentationFormat>
  <Paragraphs>23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Classifying Financial Data</vt:lpstr>
      <vt:lpstr>Motivation</vt:lpstr>
      <vt:lpstr>PowerPoint-Präsentation</vt:lpstr>
      <vt:lpstr>Approach</vt:lpstr>
      <vt:lpstr>Biggest Challenge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cbrilke@posteo.de</dc:creator>
  <cp:lastModifiedBy>cbrilke@posteo.de</cp:lastModifiedBy>
  <cp:revision>2</cp:revision>
  <dcterms:created xsi:type="dcterms:W3CDTF">2026-07-09T14:54:05Z</dcterms:created>
  <dcterms:modified xsi:type="dcterms:W3CDTF">2026-07-09T15:30:31Z</dcterms:modified>
</cp:coreProperties>
</file>